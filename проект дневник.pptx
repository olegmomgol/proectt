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ae1583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ae1583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ae1583bf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8ae1583bf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ae1583bf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8ae1583bf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8ae1583bf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8ae1583bf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ae1583bf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8ae1583bf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ae1583bf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ae1583bf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ae1583bf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ae1583bf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D2E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7750" y="1850175"/>
            <a:ext cx="8520600" cy="9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latin typeface="Times New Roman"/>
                <a:ea typeface="Times New Roman"/>
                <a:cs typeface="Times New Roman"/>
                <a:sym typeface="Times New Roman"/>
              </a:rPr>
              <a:t>Проектная работа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latin typeface="Times New Roman"/>
                <a:ea typeface="Times New Roman"/>
                <a:cs typeface="Times New Roman"/>
                <a:sym typeface="Times New Roman"/>
              </a:rPr>
              <a:t>«Система управления учебным процессом» 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43500" y="3574150"/>
            <a:ext cx="3713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Выполнила: Дубровина Ирина Артёмовна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</a:t>
            </a:r>
            <a:r>
              <a:rPr lang="ru" sz="14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9/2-РПО-24/1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 Концевич Андрей Алексеевич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44625" y="143800"/>
            <a:ext cx="711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15475" y="17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Цель и задачи проекта: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15475" y="1831500"/>
            <a:ext cx="8520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авторизацию пользователей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систему групп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Добавить расписание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оценки и посещаемость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панели администратора, преподавателя и студента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15475" y="878688"/>
            <a:ext cx="81465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электронного дневника для студентов и преподавателей.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Предметная область: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63500" y="1017725"/>
            <a:ext cx="5246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Предметной областью</a:t>
            </a:r>
            <a:r>
              <a:rPr lang="ru" sz="20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данного проекта является управление учебным процессом в образовательном учреждении (школе или колледже).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позволяет: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Хранить оценки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Контролировать посещаемость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Управлять расписанием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Разделять роли пользователей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900" y="1155325"/>
            <a:ext cx="3229302" cy="242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8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Инструментальные средства: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5631000" cy="30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 — создание интерфейса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— база данных и авторизация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Dart — язык программирования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 — среда разработки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Firestore — хранение данных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программного продукта: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Были спроектированы: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ролей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Структура базы данных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Интерфейсы пользователей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Логика оценок и посещаемости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базы данных: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Основные: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678" y="1081325"/>
            <a:ext cx="3312373" cy="34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85875" y="171200"/>
            <a:ext cx="78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Times New Roman"/>
                <a:ea typeface="Times New Roman"/>
                <a:cs typeface="Times New Roman"/>
                <a:sym typeface="Times New Roman"/>
              </a:rPr>
              <a:t>Тестирование программного продукта: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85875" y="819425"/>
            <a:ext cx="320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Проведено тестирование: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Авторизации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Создания групп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Добавления преподавателей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Выставления оценок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Посещаемости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2707" r="25686" t="3447"/>
          <a:stretch/>
        </p:blipFill>
        <p:spPr>
          <a:xfrm>
            <a:off x="3082900" y="790037"/>
            <a:ext cx="2042550" cy="17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450" y="790025"/>
            <a:ext cx="1926875" cy="15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5450" y="2346975"/>
            <a:ext cx="1926875" cy="1809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7475" y="2525600"/>
            <a:ext cx="1827974" cy="16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52325" y="790025"/>
            <a:ext cx="1926875" cy="156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0400" y="2346975"/>
            <a:ext cx="2153600" cy="11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41325" y="1093250"/>
            <a:ext cx="8520600" cy="24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проектной работы был разработана система “Управление учебным процессом”.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поставленные задачи были выполнены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